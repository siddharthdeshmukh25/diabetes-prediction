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🩸 Diabetes Prediction using Machine Learning</a:t>
            </a:r>
          </a:p>
          <a:p>
            <a:pPr>
              <a:defRPr sz="2800" b="1">
                <a:solidFill>
                  <a:srgbClr val="2980B9"/>
                </a:solidFill>
              </a:defRPr>
            </a:pPr>
            <a:r>
              <a:t>Support Vector Machine (SVM) Classifier</a:t>
            </a:r>
          </a:p>
          <a:p>
            <a:br/>
            <a:pPr>
              <a:defRPr sz="1700">
                <a:solidFill>
                  <a:srgbClr val="BDC3C7"/>
                </a:solidFill>
              </a:defRPr>
            </a:pPr>
            <a:r>
              <a:t>Internship Project Presentation  | 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📋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C3E50"/>
                </a:solidFill>
              </a:defRPr>
            </a:pPr>
            <a:r>
              <a:t>1. Problem Statement</a:t>
            </a:r>
          </a:p>
          <a:p>
            <a:pPr>
              <a:spcAft>
                <a:spcPts val="600"/>
              </a:spcAft>
              <a:defRPr sz="1900" b="1">
                <a:solidFill>
                  <a:srgbClr val="2C3E50"/>
                </a:solidFill>
              </a:defRPr>
            </a:pPr>
            <a:r>
              <a:t>2. Dataset Overview (768 records, 8 features)</a:t>
            </a:r>
          </a:p>
          <a:p>
            <a:pPr>
              <a:spcAft>
                <a:spcPts val="600"/>
              </a:spcAft>
              <a:defRPr sz="1900" b="1">
                <a:solidFill>
                  <a:srgbClr val="2C3E50"/>
                </a:solidFill>
              </a:defRPr>
            </a:pPr>
            <a:r>
              <a:t>3. Methodology — Data Preprocessing</a:t>
            </a:r>
          </a:p>
          <a:p>
            <a:pPr>
              <a:spcAft>
                <a:spcPts val="600"/>
              </a:spcAft>
              <a:defRPr sz="1900" b="1">
                <a:solidFill>
                  <a:srgbClr val="2C3E50"/>
                </a:solidFill>
              </a:defRPr>
            </a:pPr>
            <a:r>
              <a:t>4. Model — SVM Classifier</a:t>
            </a:r>
          </a:p>
          <a:p>
            <a:pPr>
              <a:spcAft>
                <a:spcPts val="600"/>
              </a:spcAft>
              <a:defRPr sz="1900" b="1">
                <a:solidFill>
                  <a:srgbClr val="2C3E50"/>
                </a:solidFill>
              </a:defRPr>
            </a:pPr>
            <a:r>
              <a:t>5. Results &amp; Key Findings</a:t>
            </a:r>
          </a:p>
          <a:p>
            <a:pPr>
              <a:spcAft>
                <a:spcPts val="600"/>
              </a:spcAft>
              <a:defRPr sz="1900" b="1">
                <a:solidFill>
                  <a:srgbClr val="2C3E50"/>
                </a:solidFill>
              </a:defRPr>
            </a:pPr>
            <a:r>
              <a:t>6. Limitations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🎯 Problem Statement</a:t>
            </a:r>
          </a:p>
          <a:p>
            <a:pPr>
              <a:defRPr sz="1300">
                <a:solidFill>
                  <a:srgbClr val="E8F6F3"/>
                </a:solidFill>
              </a:defRPr>
            </a:pPr>
            <a:r>
              <a:t>Why diabetes prediction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Diabetes affects 500+ million people worldwide (WHO)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Early detection can prevent serious complications (kidney, heart, eye damage)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Challenges with manual screening: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Requires multiple lab tests and expert interpretation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Costly and time-consuming for routine checkups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Early symptoms often go unnoticed</a:t>
            </a:r>
          </a:p>
          <a:p>
            <a:pPr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980B9"/>
                </a:solidFill>
              </a:defRPr>
            </a:pPr>
            <a:r>
              <a:t>Goal: ML model that predicts from 8 diagnostic measures whether a patient is DIABETIC or 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📊 Dataset Overview</a:t>
            </a:r>
          </a:p>
          <a:p>
            <a:pPr>
              <a:defRPr sz="1300">
                <a:solidFill>
                  <a:srgbClr val="E8F6F3"/>
                </a:solidFill>
              </a:defRPr>
            </a:pPr>
            <a:r>
              <a:t>Pima Indians Diabetes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Total Records: 768 female patients (age 21+)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Features: 8 diagnostic measurements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Missing values: 0 (verified)</a:t>
            </a:r>
          </a:p>
          <a:p>
            <a:pPr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The 8 Features: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1. Pregnancies  2. Glucose  3. BloodPressure  4. SkinThickness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5. Insulin  6. BMI  7. DiabetesPedigreeFunction  8. Age</a:t>
            </a:r>
          </a:p>
          <a:p>
            <a:pPr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Target (Outcome):</a:t>
            </a:r>
          </a:p>
          <a:p>
            <a:pPr lvl="1">
              <a:spcAft>
                <a:spcPts val="600"/>
              </a:spcAft>
              <a:defRPr sz="1800" b="1">
                <a:solidFill>
                  <a:srgbClr val="27AE60"/>
                </a:solidFill>
              </a:defRPr>
            </a:pPr>
            <a:r>
              <a:t>    0 = Non-Diabetic: 500 patients (65.1%)</a:t>
            </a:r>
          </a:p>
          <a:p>
            <a:pPr lvl="1">
              <a:spcAft>
                <a:spcPts val="600"/>
              </a:spcAft>
              <a:defRPr sz="1800" b="1">
                <a:solidFill>
                  <a:srgbClr val="C0392B"/>
                </a:solidFill>
              </a:defRPr>
            </a:pPr>
            <a:r>
              <a:t>    1 = Diabetic: 268 patients (34.9%)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🧹 Methodology — Data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Step 1 — Load CSV into pandas DataFrame (768 × 9)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Step 2 — Statistical summary: df.describe() → mean, std, min, max check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Step 3 — Group analysis: diabetic vs non-diabetic mean comparison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Diabetic patients show higher glucose (141 vs 110) and BMI (35 vs 30)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Step 4 — Feature/Label split: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X = 8 features, Y = Outcome (0/1)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Step 5 — Train-Test Split: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test_size = 0.2, stratify = Y → 614 train / 154 test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Stratify preserves the 65:35 class ratio in both sets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Step 6 — Standardization: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StandardScaler: x' = (x − mean) / std</a:t>
            </a:r>
          </a:p>
          <a:p>
            <a:pPr lvl="1">
              <a:spcAft>
                <a:spcPts val="600"/>
              </a:spcAft>
              <a:defRPr sz="1800" b="1">
                <a:solidFill>
                  <a:srgbClr val="27AE60"/>
                </a:solidFill>
              </a:defRPr>
            </a:pPr>
            <a:r>
              <a:t>    fit_transform on train, transform on test → no data leakage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🤖 Model — Support Vector Machine (SVC)</a:t>
            </a:r>
          </a:p>
          <a:p>
            <a:pPr>
              <a:defRPr sz="1300">
                <a:solidFill>
                  <a:srgbClr val="E8F6F3"/>
                </a:solidFill>
              </a:defRPr>
            </a:pPr>
            <a:r>
              <a:t>Why SVM for this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Algorithm: SVC (Support Vector Classifier) with linear kernel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How SVM works: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Finds the optimal hyperplane separating diabetic &amp; non-diabetic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Maximizes the margin between classes → better generalization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Linear kernel works well for this dataset size (614 training rows)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Training: classifier.fit(X_train, Y_train)</a:t>
            </a:r>
          </a:p>
          <a:p>
            <a:pPr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Evaluation: accuracy_score on train &amp; test predictions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🏆 Results &amp;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</a:defRPr>
            </a:pPr>
            <a:r>
              <a:t>Test Accuracy: 77.27%</a:t>
            </a:r>
          </a:p>
          <a:p>
            <a:pPr algn="ctr">
              <a:defRPr sz="2000">
                <a:solidFill>
                  <a:srgbClr val="2C3E50"/>
                </a:solidFill>
              </a:defRPr>
            </a:pPr>
            <a:r>
              <a:t>Training Accuracy: 78.66% — no overfitting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C3E50"/>
                </a:solidFill>
              </a:defRPr>
            </a:pPr>
            <a:r>
              <a:t>Small train-test gap (~1.4%) → model generalizes well</a:t>
            </a:r>
          </a:p>
          <a:p>
            <a:pPr>
              <a:spcAft>
                <a:spcPts val="600"/>
              </a:spcAft>
              <a:defRPr sz="1700" b="1">
                <a:solidFill>
                  <a:srgbClr val="2C3E50"/>
                </a:solidFill>
              </a:defRPr>
            </a:pPr>
            <a:r>
              <a:t>SVM linear kernel is a strong baseline for this dataset</a:t>
            </a:r>
          </a:p>
          <a:p>
            <a:pPr>
              <a:spcAft>
                <a:spcPts val="600"/>
              </a:spcAft>
              <a:defRPr sz="1700" b="1">
                <a:solidFill>
                  <a:srgbClr val="2C3E50"/>
                </a:solidFill>
              </a:defRPr>
            </a:pPr>
            <a:r>
              <a:t>Predictive system verified: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Sample input (standardized) → prediction [1] → 'The person is diabetic'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End-to-end pipeline works: new data → scale → predict → decision</a:t>
            </a:r>
          </a:p>
          <a:p>
            <a:pPr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700" b="1">
                <a:solidFill>
                  <a:srgbClr val="5D6D7E"/>
                </a:solidFill>
              </a:defRPr>
            </a:pPr>
            <a:r>
              <a:t>Note: 77% is reasonable for Pima dataset — even advanced models rarely exceed 80% without feature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⚠️ Limitations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Limitations: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Only female patients (Pima) — limited generalizability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Single train-test split, no cross-validation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Insulin/SkinThickness have many 0 values (likely missing data)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77% accuracy leaves room for improvement</a:t>
            </a:r>
          </a:p>
          <a:p>
            <a:pPr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Future Scope: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Handle zero-values: impute with median / KNN imputer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Try Random Forest, XGBoost, ensemble methods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Hyperparameter tuning (GridSearchCV) for kernel &amp; C parameter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Deploy as web app (Streamlit) for real-time prediction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🛠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Python 3.10 — core language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Scikit-learn — SVM classifier, StandardScaler, train_test_split, accuracy_score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Pandas — data loading &amp; analysis (DataFrame, describe, groupby)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NumPy — numerical operations &amp; array reshaping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Jupyter / Google Colab — development environment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Thank You! 🙏</a:t>
            </a:r>
          </a:p>
          <a:p>
            <a:pPr algn="ctr">
              <a:defRPr sz="2200">
                <a:solidFill>
                  <a:srgbClr val="2980B9"/>
                </a:solidFill>
              </a:defRPr>
            </a:pPr>
            <a:r>
              <a:t>🩸 Diabetes Prediction using Machine Learning</a:t>
            </a:r>
          </a:p>
          <a:p>
            <a:br/>
            <a:pPr algn="ctr">
              <a:defRPr sz="1700">
                <a:solidFill>
                  <a:srgbClr val="BDC3C7"/>
                </a:solidFill>
              </a:defRPr>
            </a:pPr>
            <a:r>
              <a:t>Questions &amp; Discussion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